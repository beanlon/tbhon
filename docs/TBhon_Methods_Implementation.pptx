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772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Methods &amp; Implementation</a:t>
            </a:r>
          </a:p>
          <a:p>
            <a:pPr>
              <a:spcBef>
                <a:spcPts val="1600"/>
              </a:spcBef>
              <a:defRPr sz="2000">
                <a:solidFill>
                  <a:srgbClr val="CCCCEE"/>
                </a:solidFill>
                <a:latin typeface="Calibri"/>
              </a:defRPr>
            </a:pPr>
            <a:r>
              <a:t>TBhon v1.2 — IoT-Enabled Multimodal TB Pre-Screening System</a:t>
            </a:r>
          </a:p>
          <a:p>
            <a:pPr>
              <a:spcBef>
                <a:spcPts val="2400"/>
              </a:spcBef>
              <a:defRPr sz="1600">
                <a:solidFill>
                  <a:srgbClr val="555566"/>
                </a:solidFill>
                <a:latin typeface="Calibri"/>
              </a:defRPr>
            </a:pPr>
            <a:r>
              <a:t>Mapúa Malayan Colleges Mindanao · BSCS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Development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CRISP-DM lifecycle + Agile sprints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Scope: staff-operated triage support (not diagnosis)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End-to-end workflow:</a:t>
            </a:r>
          </a:p>
          <a:p>
            <a:pPr lvl="1">
              <a:spcAft>
                <a:spcPts val="10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intake → checklist → cough (×3) → sputum → ML → fusion → result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Mobile App (Expo / React Native)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Backend API (Node.js / Express + Prisma + MySQL)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ML API (Python / FastAPI + PyTorch)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ESP32 IoT → Backend REST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DigitalOcean droplets + Cloudflare HTTPS tunnels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Datasets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32588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Modality</a:t>
                      </a:r>
                    </a:p>
                  </a:txBody>
                  <a:tcPr>
                    <a:solidFill>
                      <a:srgbClr val="5B4F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5B4F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Labels</a:t>
                      </a:r>
                    </a:p>
                  </a:txBody>
                  <a:tcPr>
                    <a:solidFill>
                      <a:srgbClr val="5B4FC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Cough audio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Kaggle TB audio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TB / non-TB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Sputum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YOLO microscopy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AFB+ / AFB−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Checklist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11 symptom/risk 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Rule-based scoring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31546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Cough test set: n = 2,606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Sputum test set: n = 216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Cough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Resample 16 kHz → clip/pad 4 s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Log-Mel spectrogram (CNN branch)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MFCC, delta, mel stats, RMS, ZCR (GBM branch)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Stratified train / val / test splits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Augmentation: noise, time shift, masking, codec/reverb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Sputum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YOLO boxes → AFB count → binary label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Resize 224×224 · ImageNet normalization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Augmentation: flip, color jitter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Stratified 70 / 15 / 15 split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Class-weighted sampling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Cough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Hybrid CNN + Gradient Boosting Machine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CNN: Mel spectrogram patterns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GBM: hand-crafted acoustic features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8 CNN epochs · fold 1 · validation macro-F1 selection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Production run: 20260531_014419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Sputum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ResNet18 (ImageNet pretrained)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Binary AFB+ / AFB− classification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30 epochs · threshold tuned for ≥95% sensitivity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Production threshold: 0.63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Production run: phlegm_afb_binary_20260531_133949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Quality Gating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3258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Gate</a:t>
                      </a:r>
                    </a:p>
                  </a:txBody>
                  <a:tcPr>
                    <a:solidFill>
                      <a:srgbClr val="5B4F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Rejects</a:t>
                      </a:r>
                    </a:p>
                  </a:txBody>
                  <a:tcPr>
                    <a:solidFill>
                      <a:srgbClr val="5B4FC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Cough QC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Silence, speech, replay, noise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Sputum QC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Non-smear / unusable images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27432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Invalid coughs excluded from fusion average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Symptom Checklist (11 Items)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Symptoms: cough ≥2 weeks · blood in sputum · chest pain · fever</a:t>
            </a:r>
          </a:p>
          <a:p>
            <a:pPr lvl="1">
              <a:spcAft>
                <a:spcPts val="10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night sweats · weight loss · fatigue · loss of appetite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Risk factors: TB contact · high-burden travel/birth · congregate setting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Converted to P(TB) via logistic log-odds for fusion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Multimodal Risk Fusion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32588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5B4F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5B4FC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Checklist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0.85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Cough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Sputum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0.70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31546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Weighted log-odds combination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Low &lt;38% · Moderate 38–62% · High ≥62%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Safety floors: hemoptysis, high symptoms, confident AFB+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Mobile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Expo / React Native (TBhon v1.2)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Login · intake · checklist · cough ×3 · sputum capture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ML processing → staff review → result + QR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Session history · settings · Learn tab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Tested: iPhone 15 · Redmi Note 12 Pro 5G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Backend &amp; ML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Backend (port 4000, PM2): auth · sessions · media · IoT uploads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Prisma ORM → DigitalOcean Managed MySQL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ML API (port 8000, systemd):</a:t>
            </a:r>
          </a:p>
          <a:p>
            <a:pPr lvl="1">
              <a:spcAft>
                <a:spcPts val="10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/check-quality · /predict · /predict-phlegm · /fuse-risk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Models pinned via production_model.json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IoT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ESP32-S3 + INMP441 (cough audio, 16 kHz)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OV5640 (sputum microscopy image)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BLE Wi-Fi provisioning from mobile app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REST upload: /iot/cough-recordings, /iot/sputum-images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Authenticated via X-IoT-Key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1. Staff login &amp; client intake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2. 11-item symptom checklist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3. Record 3 cough clips (QC per clip)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4. Capture sputum image (or document skip)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5. Cloud ML inference (cough + sputum)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6. Multimodal fusion → Low / Moderate / High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7. Staff review → result + QR → session saved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 Stack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32588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5B4F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5B4FC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Mobile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Expo, React Native, TypeScript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Node.js, Express, Prisma, MySQL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Python, PyTorch, FastAPI, scikit-learn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ESP32-S3, INMP441, OV5640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DigitalOcean + Cloudflare tunnels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